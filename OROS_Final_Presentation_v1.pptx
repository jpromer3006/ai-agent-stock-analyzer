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Every position, every chart, and every word of that broadcast was produced by software with no human intervention. Tonight we answer the question the channel exists to ask: can a system that reflects on its own record hold its own?
- Open with 20 seconds of this morning's episode playing muted behind the title (unlisted YouTube link ready as demo insurance).
- JPM-style quote-led opening: scale and inevitability first, then make it yours.
- Sources: JPM (quote-led opening), Duarte/Design Thinking (audience-first hook).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Answer first (Minto): OROS is an orchestrator over specialist agents that scans the OROS 500 nightly, builds a paper portfolio, risk-checks itself, and broadcasts the result — and it proves every claim with an append-only journal.
- The question: beat the frozen past self and the index with zero human intervention, provably.
- The proof mechanism: three simulated $100,000 books racing since July 6, journaled append-only, published daily on YouTube.
- The value: verifiable transparency in a market of black boxes.
- Sources: DT p.15 (Minto answer-first), JPM (metric hero tiles). Final standings dropped in on 7/28.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We built an agentic system at the exact moment Gartner says agentic hype peaks. That is why we made honesty the architecture, not a disclaimer.
- Stack the stats so the tension tells itself: $644B spend vs the Wharton/MIT contradiction — someone is wrong, or measurement is broken.
- Retail investors face the same gap: AI stock tools everywhere, verified track records almost nowhere.
- Land the sharp problem statement (PROG: most projects fail because the problem was not specific enough).
- Sources: Gartner Hype Cycle 2025, MIT State of AI 2025, Wharton GBK 2025, Ettl p.2, Progress review p.3.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Build the stakeholder map progressively (July 1 session style) — reveal learner, operator, evaluator, then the skeptic.
- The self-directed retail learner watches the Market Desk and learns stage analysis from a desk that shows its work.
- The student analyst (JP) is operator and auditor — never an intervener.
- The advisor and evaluator (Fordham faculty; industry advisor at Deloitte) grade evidence, not enthusiasm.
- The skeptic (compliance/regulation) needs educational-only positioning and NIST-aware vocabulary.
- Sources: DT pp.7-9 (progressive map), NIST (the skeptic's vocabulary).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The harder problem was never the model. It was the harness: context engineering, tool design, observability, trust controls. That is where the semester went.
- JPM parallel, explicit: Coach routes to 24+ specialized agents with source citations; OROS routes to its specialists with SEC-sourced numbers — same pattern, $100k paper scale.
- Build journey (Laredo arc): prompting → RAG → tool use → multi-agent orchestration — OROS walked every step.
- Competitive positioning: human desks have no live book; AI dashboards have no broadcast; nobody else publishes a negative record on purpose.
- Sources: JPM (Coach architecture), DT p.2 (Laredo arc, harness quote), PwC p.1 (capability-table format).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PwC's Deal Intelligence brief set our provenance bar — every fact traceable, every output carrying its source. The video credits its sources on air, every episode.
- SEC EDGAR XBRL for structured financials — not scraped PDFs (accuracy + confabulation defense).
- FRED for macro; daily market prices; per-ticker news sentiment.
- 10-K text chunked section-aware into per-ticker vector stores (RAG).
- Everything cached, rate-limited, and cited.
- Sources: PwC (traceability), Ettl (data-slide discipline).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What you just watched cost about a dollar a day to produce and no minutes of human time.
- Walk one autonomous day end-to-end — this is 40% of the grade: works end-to-end for the core use case.
- 9:35 ET GitHub Actions: refresh prices, rank liquidity, scan the OROS 500 into Weinstein stages.
- Agents build the book; risk trio (6% wallet cap, graduated throttle) sizes it; journal commits.
- PDF renders; the three-voice Market Desk newscast generates itself (charts, scripts, ElevenLabs voices, chapters, captions); publishes to YouTube; email goes out.
- Then play 60-90 seconds of the real episode: Top Story with the trade plan taught plainly, the Race from the sports desk.
- Demo insurance: yesterday's episode downloaded as MP4; never depend on venue network.
- Sources: JPM (LLM Suite walkthrough style), Ettl pp.19-29.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JPMorgan's pilot went 50 to 90 percent and scaled. Ours discovered its record was negative and de-risked itself. Same discipline, opposite direction — and that is the point of the harness.
- Started Weinstein-only; rebuilt as a book-agnostic strategy registry when one framework proved a bottleneck (RouterAgent now weighs five author mandates).
- The self-reflection moment: the forward scoreboard came back NEGATIVE — the system cut its own position sizes to quarter size. We shipped that instead of hiding it.
- From local Mac runs to fully cloud-autonomous with emailed PDF and auto-published video.
- From text cards to a three-voice newscast because JP watched the episodes as a viewer would.
- Git history is the receipts.
- Sources: JPM (evolution arc), PROG p.5 (what surprised you), DT (iteration loop).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Be precise about what kind of value this is. The standings are the headline; the honest caveat sits on the same slide.
- Race standings as of July 28 close: frozen vs live vs SPY — final numbers dropped in the night before.
- Forward expectancy by strategy, graded positions count, stop-exit statistics.
- Cost ribbon: API + voice cost per episode vs a human production desk.
- Value proposition: a verifiable-transparency pattern any firm could adopt — IBM CEO Study calls the play an AI-agent flywheel; AI-first adopters report +17% revenue growth.
- Sources: CDI (results ribbon), Ettl (target-vs-actual), IBM CEO Study (+17%, flywheel), VAULT (defensible evaluation).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I tested OROS by becoming its competition. Scanning five hundred charts by hand is not hard, it is impossible to sustain. Every position the process touched improved. Every shortcut I took underperformed. The human's edge is operating the system, not racing it.
- The control experiment: manually replicate the nightly scan in a real Chase Self-Directed account. 500 names at 5 min/weekly chart is 40+ hours a week; OROS does it in one cloud run for about a dollar.
- Where the human followed the system it worked: TSLA exited +2.2% on its flag; HOOD sold into Stage 3 strength; AVGO invalidation cut leverage 2.15x to 1.3x.
- Where the human freelanced it did not: TSM and TSEM picked outside the gates, both negative; TSEM lacks the 30-week history OROS requires before it will even grade a name.
- The legacy position DY, held without stop discipline, is the whole story — OROS caps planned loss per trade at ~1% of the account ($225 on this book) by construction.
- Windows differ; the direction, not the decimals, is the finding.
- Sources: PROG (what surprised you), JPM (a person mastering AI), VAULT (comparative evaluation), syllabus (user-test validation).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Gartner puts agentic AI at the peak of inflated expectations. We agree. That is why the system is built to disappoint us honestly rather than impress us falsely.
- Simulated paper trading only; no execution, slippage, or liquidity impact modeled.
- LLMs are predictors, not deciders (CDI p.4) — every trade decision runs through deterministic gates.
- Guardrails, JPM-style: entry gates, weekly-close invalidation, 6% wallet cap, graduated throttle, RiskAgent veto, append-only journal (full table in appendix).
- NIST AI 600-1 alignment: confabulation (structured XBRL over scraped text), information integrity (citations on air), transparency (published record).
- Known defects, named: dividend-adjustment drift; regime computed twice per run; 18-day sample.
- Sources: NIST, Gartner (TRiSM), CDI p.4, JPM (guardrail framing).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THIS: Three horizons, Gartner-style. Every horizon is an evaluation gate, not a feature list — and the far horizon sets up the close.
- Near (90 days): grade every Top Pick with the stop-aware ruler (picks get memory); leveraged-ETF holdings filter; regime determinism.
- Mid (6-12 months): meta-model trained on the journaled warehouse once a few hundred positions are graded — the system learning from its own record.
- Far: the real question — under what evidence threshold would this system deserve real capital?
- Sources: Gartner p.21 (horizon framing), IBM CEO Study (agent flywheel maturity).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(close): Your portfolio will not be beaten by AI; it will be beaten by a person mastering the use of AI. The takeaway: build systems that let evidence, not confidence, set the risk.
- Clone JPM's two-column decision close — put the class in the seat JPM put its executives in.
- The question: should OROS graduate from paper to a small real-money book?
- Our answer: not yet — and the fact that the system itself would agree (its throttle already says so) is the finding.
- Reference this morning's finale episode: the final standings aired at 9:35 today.
- Sources: JPM (Case For/Against + Dimon close), PROG (evidence over enthusiasm), the OROS Takeaway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per syllabus: supporting data and detail. Also available on request: full agent-trace examples for one run (all six agents), episode index with links, per-day cost accounting, my_portfolio.json human-baseline journal, YouTube-description glossary (stages, buy-stop, expectancy, throttle).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 simulated $100,000 books started July 6: FROZEN (the July 6 engine, snapshotted, never updated), LIVE (the engine as it evolves), SPY (same-dollar buy-and-hold benchmark).
- Append-only journal: every proposal committed to git before outcomes are known; timestamps are the notary; nothing restated or backfilled.
- Baseline freeze: the live book must beat its own past self, not a strawman.
- SPY same-dollar construction mirrors identical cash into the benchmark.
- All books marked daily from the same cached price data; standings published in every episode.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Stop-aware grading ruler: each pick is graded against its planned stop and target, not raw return — discipline is measurable.
- Expectancy = (win% x avg win) - (loss% x avg loss), computed forward on journaled positions only — no backtest flattery.
- Throttle: negative expectancy cuts new position size to quarter; size is re-earned gradually as the forward record recovers.
- Guardrails all fail closed — when a rule and an agent disagree, the rule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statistic on the preceding slides, with its source. The JPM HBS case is the structural foundation; the stat stack comes from Gartner, MIT, Wharton, and the IBM CEO Study; risk vocabulary from NIST AI 600-1 and CDI.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02168" y="475488"/>
            <a:ext cx="3465576" cy="1975104"/>
          </a:xfrm>
          <a:prstGeom prst="rect">
            <a:avLst/>
          </a:prstGeom>
          <a:solidFill>
            <a:srgbClr val="E0A800"/>
          </a:solidFill>
          <a:ln/>
        </p:spPr>
      </p:sp>
      <p:pic>
        <p:nvPicPr>
          <p:cNvPr id="4" name="Image 1" descr="/tmp/deck/img/anchor_frame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02920"/>
            <a:ext cx="3410712" cy="1920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0" y="2468880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MORNING'S EPISODE · AIRED 9:35 ET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1527048" y="50474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episode aired at 9:35 this morning. No human was awake.”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527048" y="56144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Desk That Runs Itself — an autonomous multi-agent GenAI system that publishes its own record, win or lose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527048" y="60899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 Romero  ·  Fordham MS in Artificial Intelligence  ·  AIGB-7299 Capstone  ·  July 29,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 autonomous desk beat its own frozen past self — and prove it?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—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 autonomous agentic system beat its own frozen past self and the index, with zero human intervention, and prove it append-only?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—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OROS: an orchestrator over specialist agents that scans the OROS 500 nightly, builds a paper portfolio, risk-checks itself, and broadcasts the result.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—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simulated $100,000 books racing since July 6, journaled append-only, published daily on YouTube.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—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transparency in a market of black boxes.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49440" y="1691640"/>
            <a:ext cx="4663440" cy="1115568"/>
          </a:xfrm>
          <a:prstGeom prst="roundRect">
            <a:avLst>
              <a:gd name="adj" fmla="val 491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78040" y="2121408"/>
            <a:ext cx="256032" cy="25603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1819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BOOK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at $100,000 · July 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692640" y="1819656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0" y="2990088"/>
            <a:ext cx="4663440" cy="1115568"/>
          </a:xfrm>
          <a:prstGeom prst="roundRect">
            <a:avLst>
              <a:gd name="adj" fmla="val 491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78040" y="3419856"/>
            <a:ext cx="256032" cy="256032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520" y="3118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BOOK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at $100,000 · July 6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692640" y="311810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49440" y="4288536"/>
            <a:ext cx="4663440" cy="1115568"/>
          </a:xfrm>
          <a:prstGeom prst="roundRect">
            <a:avLst>
              <a:gd name="adj" fmla="val 491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78040" y="4718304"/>
            <a:ext cx="256032" cy="256032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19" name="Text 16"/>
          <p:cNvSpPr/>
          <p:nvPr/>
        </p:nvSpPr>
        <p:spPr>
          <a:xfrm>
            <a:off x="7589520" y="4416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 BENCHMARK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589520" y="4837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at $100,000 · July 6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692640" y="4416552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49440" y="5669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Standings final at the July 28 close — the finale episode airs the morning of this presentation.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BUSINESS PROBLEM &amp;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hype is peaking; verified track records are almost nowhere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$644B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834640" y="16642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spend in 2025, up 76% year over year (Gartner, via Ettl)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in 4  vs  5%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834640" y="26243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report positive returns (Wharton) — yet only 5% of pilots generate significant value (MIT). Someone is wrong, or measurement is broken.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30%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834640" y="358444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CEOs satisfied with AI returns; GenAI in the Trough of Disillusionment, Agentic AI at the Peak of Inflated Expectations (Gartner 2025)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4617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investors live the same gap: AI stock tools everywhere — verified track records almost nowhere.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6583680" cy="1051560"/>
          </a:xfrm>
          <a:prstGeom prst="roundRect">
            <a:avLst>
              <a:gd name="adj" fmla="val 5217"/>
            </a:avLst>
          </a:prstGeom>
          <a:solidFill>
            <a:srgbClr val="1C2128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32180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PROBLEM STATEMENT  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agentic system whose every claim is checkable — journaled before outcomes are known, never restated.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52360" y="1645920"/>
            <a:ext cx="4160520" cy="4617720"/>
          </a:xfrm>
          <a:prstGeom prst="roundRect">
            <a:avLst>
              <a:gd name="adj" fmla="val 1319"/>
            </a:avLst>
          </a:prstGeom>
          <a:solidFill>
            <a:srgbClr val="161B22"/>
          </a:solidFill>
          <a:ln w="12700">
            <a:solidFill>
              <a:srgbClr val="FFC107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7635240" y="1645920"/>
            <a:ext cx="37947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7/28: journaled proposal 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git commit timestamp]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STAKEHOLDERS &amp;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stakeholders, one shared demand: a record they can trust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4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67528" cy="201168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965960"/>
            <a:ext cx="292608" cy="29260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5"/>
          <p:cNvSpPr/>
          <p:nvPr/>
        </p:nvSpPr>
        <p:spPr>
          <a:xfrm>
            <a:off x="1261872" y="1911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RETAIL LEARNER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61872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Self-directed investor watching the Market Desk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61872" y="28072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to learn stage analysis from a desk that shows its work — plainly, daily, with sources on air.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81928" y="1691640"/>
            <a:ext cx="5367528" cy="201168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1965960"/>
            <a:ext cx="292608" cy="29260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3" name="Text 10"/>
          <p:cNvSpPr/>
          <p:nvPr/>
        </p:nvSpPr>
        <p:spPr>
          <a:xfrm>
            <a:off x="6995160" y="1911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ANALYST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95160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 — operator and auditor, never an intervener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95160" y="28072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 harness he can trust while asleep — journals, traces, and rules that fail closed.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5367528" cy="201168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4206240"/>
            <a:ext cx="292608" cy="29260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8" name="Text 15"/>
          <p:cNvSpPr/>
          <p:nvPr/>
        </p:nvSpPr>
        <p:spPr>
          <a:xfrm>
            <a:off x="1261872" y="4151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ADVISOR &amp; EVALUATOR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261872" y="45537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 faculty · industry advisor (Deloitte)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61872" y="50474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defensible evaluation — evidence over enthusiasm, target vs actual, honest limits.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81928" y="3931920"/>
            <a:ext cx="5367528" cy="201168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4206240"/>
            <a:ext cx="292608" cy="292608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4151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SKEPTIC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95160" y="45537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and regulation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95160" y="50474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educational-only positioning, NIST-aware risk language, and a published, auditable record.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SOLUTION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JPMorgan orchestrator pattern, shipped at $100k paper scale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5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828800"/>
            <a:ext cx="146304" cy="14630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6276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DataAgent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XBRL, prices, macro, sentiment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2176272"/>
            <a:ext cx="0" cy="128016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304288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505456"/>
            <a:ext cx="146304" cy="14630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3042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RegimeAgent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weather: risk-on / risk-off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2852928"/>
            <a:ext cx="0" cy="128016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980944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182112"/>
            <a:ext cx="146304" cy="14630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29809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RouterAgent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five author strategies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14400" y="3529584"/>
            <a:ext cx="0" cy="128016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5760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858768"/>
            <a:ext cx="146304" cy="146304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MemoryAgent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journaled record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14400" y="4206240"/>
            <a:ext cx="0" cy="128016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334256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4535424"/>
            <a:ext cx="146304" cy="14630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1"/>
          <p:cNvSpPr/>
          <p:nvPr/>
        </p:nvSpPr>
        <p:spPr>
          <a:xfrm>
            <a:off x="1051560" y="43342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ConstructionAgent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$100k paper book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14400" y="4882896"/>
            <a:ext cx="0" cy="128016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5010912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5212080"/>
            <a:ext cx="146304" cy="14630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8" name="Text 25"/>
          <p:cNvSpPr/>
          <p:nvPr/>
        </p:nvSpPr>
        <p:spPr>
          <a:xfrm>
            <a:off x="1051560" y="50109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RiskAgent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veto — fails closed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57424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+ 18 industry specialists · Chartist · Sentiment Analyst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961888" y="1600200"/>
            <a:ext cx="5705856" cy="3236976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31" name="Image 0" descr="/tmp/deck/img/scen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27632"/>
            <a:ext cx="5650992" cy="318211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989320" y="4882896"/>
            <a:ext cx="5650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OROS 500 stage seasons — real nightly output: every ticker classified into a Weinstein stage before the book is built.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989320" y="5349240"/>
            <a:ext cx="5650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 JPM ships in production — Coach routes to 24+ specialist agents; OROS routes to its own, with SEC-sourced numbers.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else publishes a negative record on purpose — human desks have no live book; AI dashboards have no broadcast.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DATA 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on air traces back to a primary source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 EDGAR XBRL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structured financials — not scraped PDFs.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FRED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macro; daily market prices; news sentiment per ticker.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10-K text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section-aware into per-ticker vector stores (RAG).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cached, rate-limited, and cited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video credits its sources on air, every episode.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4807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 STANDARD  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 traceable, every output carries its source — the PwC Deal Intelligence bar, applied to a market desk.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61888" y="1801368"/>
            <a:ext cx="5705856" cy="3236976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10" name="Image 0" descr="/tmp/deck/img/scene_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28800"/>
            <a:ext cx="5650992" cy="31821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9320" y="5084064"/>
            <a:ext cx="5650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Open scene — four index charts drawn from the same cached, rate-limited price data the agents trade 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MVP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autonomous day: scan, decide, broadcast — for about a dollar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09:35 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37360" y="169164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wakes: refresh prices, rank liquidity, scan the OROS 500 into Weinstein stages.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32688" y="2148840"/>
            <a:ext cx="0" cy="585216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8072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737360" y="280720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build the book; the risk trio — 6% wallet cap, graduated throttle — sizes it; the journal commits, append-only.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32688" y="3264408"/>
            <a:ext cx="0" cy="585216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9227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09:37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37360" y="3922776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PDF renders; the three-voice newscast generates itself: charts, scripts, ElevenLabs voices, chapters, captions.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32688" y="4379976"/>
            <a:ext cx="0" cy="585216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0383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09:38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737360" y="5038344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Publishes to YouTube; the morning email goes out. No human was in the loop — or awake.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89320" y="1691640"/>
            <a:ext cx="5650992" cy="3182112"/>
          </a:xfrm>
          <a:prstGeom prst="roundRect">
            <a:avLst>
              <a:gd name="adj" fmla="val 2299"/>
            </a:avLst>
          </a:prstGeom>
          <a:solidFill>
            <a:srgbClr val="161B22"/>
          </a:solidFill>
          <a:ln w="15875">
            <a:solidFill>
              <a:srgbClr val="FFC107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 rot="5400000">
            <a:off x="8494776" y="2606040"/>
            <a:ext cx="640080" cy="640080"/>
          </a:xfrm>
          <a:prstGeom prst="triangle">
            <a:avLst/>
          </a:prstGeom>
          <a:solidFill>
            <a:srgbClr val="FFC107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429000"/>
            <a:ext cx="510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[EMBED 7/29 morning episode clip — 90s]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3977640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Story · the trade plan taught plainly · the Race from the sports desk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89320" y="4983480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insurance: July 28 episode downloaded as MP4 the night before — the deck is the story, the video is the proof.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THE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scoreboard came back negative — and the system cut its own size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8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48456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BUILD THE ENGINE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2139696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Weinstein-only scanner rebuilt into a book-agnostic strategy registry — RouterAgent now weighs five author mandates.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25696" y="1645920"/>
            <a:ext cx="3648456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26864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MAKE IT HONEST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26864" y="2139696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scoreboard came back negative. The system throttled itself to quarter-size positions. We shipped that.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02752" y="1645920"/>
            <a:ext cx="3648456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GIVE IT A VOICE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03920" y="2139696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 runs became cloud-autonomous; text cards became a three-voice newscast with an anchor.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21208" y="3584448"/>
            <a:ext cx="4928616" cy="2798064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16" name="Image 0" descr="/tmp/deck/img/scene_cold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11880"/>
            <a:ext cx="4873752" cy="274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" y="640080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broadcast rundown — built because JP watched the episodes as a viewer would.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852160" y="3611880"/>
            <a:ext cx="5788152" cy="12344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FFC107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6035040" y="3611880"/>
            <a:ext cx="5422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7/28: expectancy scoreboard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/ after throttle]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852160" y="5029200"/>
            <a:ext cx="5788152" cy="1325880"/>
          </a:xfrm>
          <a:prstGeom prst="roundRect">
            <a:avLst>
              <a:gd name="adj" fmla="val 4138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0760" y="5138928"/>
            <a:ext cx="5330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“JPM's pilot went 50% → 90% and scaled. Ours found a negative record and de-risked itself. Same discipline, opposite direction — that is the harness working.”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BUSINESS IMPACT &amp;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Eighteen trading days is a race, not a track record — here are the standings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9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 BOOK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4048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121408"/>
            <a:ext cx="51206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2128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BOOK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84048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88336"/>
            <a:ext cx="51206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7797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SPY (same-dollar)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840480" y="2779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255264"/>
            <a:ext cx="51206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3467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expectancy / strategy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84048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822192"/>
            <a:ext cx="51206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913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Graded positions · stop exits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0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389120"/>
            <a:ext cx="51206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46177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6177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RIBBON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~$1/day in API + voice vs a human production desk.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5486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value: a verifiable-transparency pattern any firm could adopt — the IBM CEO Study's “AI-agent flywheel”; AI-first adopters report +17% revenue growth.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61888" y="1618488"/>
            <a:ext cx="5705856" cy="3236976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25" name="Image 0" descr="/tmp/deck/img/scene_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45920"/>
            <a:ext cx="5650992" cy="318211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989320" y="4901184"/>
            <a:ext cx="5650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Race — frozen book vs live book vs SPY, drawn nightly from the append-only journal. Final render 7/28.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989320" y="5349240"/>
            <a:ext cx="5650992" cy="731520"/>
          </a:xfrm>
          <a:prstGeom prst="roundRect">
            <a:avLst>
              <a:gd name="adj" fmla="val 7500"/>
            </a:avLst>
          </a:prstGeom>
          <a:solidFill>
            <a:srgbClr val="1C2128"/>
          </a:solidFill>
          <a:ln w="9525">
            <a:solidFill>
              <a:srgbClr val="FFC10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17920" y="53492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CAVEAT 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trading days is a race, not a track record.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VALIDATION — THE HUMAN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 raced his own system — every shortcut he took underperformed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10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6492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experiment: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nightly scan by hand in a real Chase account. 500 charts × 5 min each = 40+ hrs/week. OROS: one cloud run, ~$1.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Followed the system → it worked: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TSLA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exited +2.2% on its flag;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sold into Stage 3 strength;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invalidation cut leverage 2.15x → 1.3x.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Freelanced → it did not: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TSEM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picked outside the gates — both negative; TSEM lacks the 30-week history OROS requires before grading a name.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lesson: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held without stop discipline: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OROS caps planned loss at ~1% of book ($225) by construction.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totals over the race window: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vs frozen OROS vs SPY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direction, not the decimals, is the finding.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1645920"/>
            <a:ext cx="4251960" cy="301752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FFC107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543800" y="1645920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7/28: Chase positions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 (anonymized)]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60920" y="4846320"/>
            <a:ext cx="425196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495604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NVDA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discretionary win — its stop now ratcheted above cost by the system's rule. A profit no afternoon panic can take back.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LIMITATIONS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propose, rules dispose — and the limits are named out loud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11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5943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paper trading only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execution, slippage, or liquidity impact modeled.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are predictors, not deciders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(CDI p.4) — every trade decision runs through deterministic gates. Agents propose; rules dispose.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stack: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gates · weekly-close invalidation · 6% wallet cap · graduated throttle · RiskAgent veto · append-only journal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(full table: Appendix B).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600-1 alignment: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confabulation → structured XBRL, not scraped text; information integrity → citations on air; transparency → published record.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defects, named: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dividend-adjustment drift · regime computed twice per run · an 18-day sample.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84848" y="1755648"/>
            <a:ext cx="4882896" cy="2770632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8" name="Image 0" descr="/tmp/deck/img/endcard_fra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783080"/>
            <a:ext cx="4828032" cy="2715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457200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episode ends the same way: the on-air disclosure — educational, not financial advice.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812280" y="5074920"/>
            <a:ext cx="4828032" cy="1143000"/>
          </a:xfrm>
          <a:prstGeom prst="roundRect">
            <a:avLst>
              <a:gd name="adj" fmla="val 48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40880" y="5166360"/>
            <a:ext cx="4370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“Gartner puts agentic AI at the peak of inflated expectations. We agree. That is why OROS is built to disappoint us honestly rather than impress us falsely.”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Next, picks get memory — then the system learns from its own record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12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648456" cy="3063240"/>
          </a:xfrm>
          <a:prstGeom prst="roundRect">
            <a:avLst>
              <a:gd name="adj" fmla="val 17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· 90 DAYS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every Top Pick with the stop-aware ruler — picks get memory.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Leveraged-ETF holdings filter.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determinism — one computation per run.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25696" y="1737360"/>
            <a:ext cx="3648456" cy="3063240"/>
          </a:xfrm>
          <a:prstGeom prst="roundRect">
            <a:avLst>
              <a:gd name="adj" fmla="val 17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54296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· 6–12 MONTHS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54296" y="24231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Meta-model trained on the journaled warehouse once a few hundred positions are graded.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learning from its own record — the flywheel turns.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302752" y="1737360"/>
            <a:ext cx="3648456" cy="3063240"/>
          </a:xfrm>
          <a:prstGeom prst="roundRect">
            <a:avLst>
              <a:gd name="adj" fmla="val 17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2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31352" y="24231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question: under what evidence threshold would this system deserve real capital?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sets up tonight's decision.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Keyed to the journal warehouse that already exists — every horizon is an evaluation gate, not a feature list.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THE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OROS trade real money? Not yet — and the system agrees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question: should OROS graduate from paper to a small real-money book?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121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autonomy proven, daily, in public.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rules enforced better than humans enforce them.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auditable — journaled append-only.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trivial: ~$1 a day for the whole desk.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53912" y="1965960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8232" y="2121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AGAINST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28232" y="25603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expectancy negative on an 18-day sample.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fills — no slippage or liquidity impact.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advice-boundary questions open.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peak-of-hype humility applies to us too.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28232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expectancy: </a:t>
            </a:r>
            <a:pPr indent="0" marL="0"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[REFRESH 7/28]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1C2128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3675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ANSWER: NOT YET — the throttle already votes no.  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portfolio will not be beaten by AI. It will be beaten by a person mastering the use of AI.”  Build systems that let evidence — not confidence — set the risk.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Race methodology      B · Evaluation methodology &amp; guardrails      C · Sources &amp; cited statistics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agent traces, episode index, cost accounting, human-baseline journal, and glossary available in the journal warehouse.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methodology: append-only chain, frozen baseline, same-dollar SPY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15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648456" cy="173736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2128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July 6 engine, snapshotted. Code and parameters never updated — the past self the live book must beat.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25696" y="1691640"/>
            <a:ext cx="3648456" cy="173736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54296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54296" y="22128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as it evolves through the semester — every change journaled, every run committed.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02752" y="1691640"/>
            <a:ext cx="3648456" cy="173736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2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31352" y="22128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Same-dollar buy-and-hold benchmark — identical cash injections mirrored into the index.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11091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chain: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proposal is committed to git before outcomes are known — the commit timestamp is the notary. Nothing is restated, nothing backfilled.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freeze: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race is against the system's own past self, not a strawman — improvement has to show up as forward performance.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marks: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books priced daily from the same cached data; standings rendered into every episode by the same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stop-aware grading, forward expectancy, throttle thresholds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16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Stop-aware grading ruler: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pick graded against its planned stop and target — not raw return.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Expectancy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(win% × avg win) − (loss% × avg loss), computed forward on journaled positions only.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E0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expectancy → quarter-size entries; size re-earned gradually as the forward record recovers.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0"/>
                <a:gridCol w="1399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A8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Guardrail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A8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A8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Fails closed?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gates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Stage, trend, and liquidity checks pass before any name is even proposed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Invalidation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weekly close beyond the 30-week MA exits the thesis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Wallet cap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6% of the book in any single position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Graduated throttle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forward expectancy cuts new position size to quarter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RiskAgent veto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independent agent can kill any proposal, no appeal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Append-only journal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Proposals committed before outcomes are known; never restated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cited statistics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6510528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OROS · The Desk That Runs Itself · Fordham MS-AI Capstone · 17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A8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A8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we cite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JPMorganChase HBS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Foundation: orchestrator + 24 specialist agents; pilot→test→scale; Case For / Case Against close; “a person mastering the use of AI”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Gartner AI Hype Cycle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$644B GenAI spend in 2025, +76% YoY; Agentic AI at Peak of Inflated Expectations; GenAI in Trough of Disillusionment; &lt;30% of CEOs satisfied; TRiSM vocabulary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State of AI in Business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5% of GenAI pilots generate significant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Wharton GBK AI Adoption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in 4 leaders report positive returns — the tension with MIT is the 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IBM 2026 CEO Study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AI-agent flywheel; +17% revenue growth for AI-first adopters; 10% now vs 72% by 2030 expectation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CDI 2026 (Prof. Wang)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LLMs are predictors, not deciders (p.4); results-ribbon styling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NIST AI 600-1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GenAI risk taxonomy: confabulation, information integrity, transparency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Deal Intelligence brief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Provenance bar: traceability, confidence, judgment over prediction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VAULT concept brief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Defensible comparative evaluation; cost-quality trade-offs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Capstone sessions (Ettl 6/10 · DT 7/1 · Progress 6/24)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Case-journey template and rubric; Laredo arc + Minto/Duarte; five success factors, sharp problem statements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2026-07-20T07:57:07Z</dcterms:created>
  <dcterms:modified xsi:type="dcterms:W3CDTF">2026-07-20T07:57:07Z</dcterms:modified>
</cp:coreProperties>
</file>